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1016000"/>
            <a:ext cx="635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12233"/>
                </a:solidFill>
              </a:rPr>
              <a:t>Real world fixture slide</a:t>
            </a:r>
          </a:p>
        </p:txBody>
      </p:sp>
      <p:pic>
        <p:nvPicPr>
          <p:cNvPr id="3" name="Picture 2" descr="fixture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940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143000"/>
            <a:ext cx="508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slide, text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