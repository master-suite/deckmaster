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Hello World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Dr. Andrew Garcia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